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Bengaluru 3D Digital Twin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Nexus Twin: Admin &amp; Citizen Interface</a:t>
            </a:r>
          </a:p>
          <a:p>
            <a:r>
              <a:t>The future of urban governance is in pixels.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Nexus: Strategic Command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3D Digital Twin Visualization: High-fidelity rendering of Bengaluru's infrastructure.</a:t>
            </a:r>
          </a:p>
          <a:p>
            <a:pPr/>
            <a:r>
              <a:t>Agent-Based Simulation (ABM): Real-time simulation of 400+ autonomous agents.</a:t>
            </a:r>
          </a:p>
          <a:p>
            <a:pPr/>
            <a:r>
              <a:t>Deck.gl TripsLayer: Neon motion trails for real-time traffic flow.</a:t>
            </a:r>
          </a:p>
          <a:p>
            <a:pPr/>
            <a:r>
              <a:t>Impact Audit Simulation: 'Demolish Mode' to analyze structural changes.</a:t>
            </a:r>
          </a:p>
          <a:p>
            <a:pPr/>
            <a:r>
              <a:t>Predictive Failure Projections: Storm intensity-based risk mapping.</a:t>
            </a:r>
          </a:p>
          <a:p>
            <a:pPr/>
            <a:r>
              <a:t>AI Policy Advisor: Natural language interface for urban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Nexus: Strategic Command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'The Sims' Asset Deployment: Drag-and-drop system for placing 3D assets.</a:t>
            </a:r>
          </a:p>
          <a:p>
            <a:pPr/>
            <a:r>
              <a:t>Triple Win Scorecard: Real-time KPI tracking for Economic, Social, Environmental performance.</a:t>
            </a:r>
          </a:p>
          <a:p>
            <a:pPr/>
            <a:r>
              <a:t>Crisis Command Center: Interactive flood inundation modeling.</a:t>
            </a:r>
          </a:p>
          <a:p>
            <a:pPr/>
            <a:r>
              <a:t>Social Sentiment Analytics: Aggregated citizen mood heatmaps.</a:t>
            </a:r>
          </a:p>
          <a:p>
            <a:pPr/>
            <a:r>
              <a:t>X-Ray Utility Vision: Subsurface visualization of networks.</a:t>
            </a:r>
          </a:p>
          <a:p>
            <a:pPr/>
            <a:r>
              <a:t>Strategic Activity Log: Real-time terminal feed of administrative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Citizen Nexus: Public Observatory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Urban Observatory: Read-only 3D view of city infrastructure.</a:t>
            </a:r>
          </a:p>
          <a:p>
            <a:pPr/>
            <a:r>
              <a:t>Sentiment Heatmap Access: Visualization of city-wide public mood.</a:t>
            </a:r>
          </a:p>
          <a:p>
            <a:pPr/>
            <a:r>
              <a:t>Crowdsourced Issue Reporting: Map-based targeting to pin local issues.</a:t>
            </a:r>
          </a:p>
          <a:p>
            <a:pPr/>
            <a:r>
              <a:t>Environmental Health HUD: Toggles for AQI and vegetation density layers.</a:t>
            </a:r>
          </a:p>
          <a:p>
            <a:pPr/>
            <a:r>
              <a:t>Public Safety Flood Simulator: Citizen-facing disaster awareness models.</a:t>
            </a:r>
          </a:p>
          <a:p>
            <a:pPr/>
            <a:r>
              <a:t>Heritage Timeline Engine: Historical architectural slider (1920 to 2024).</a:t>
            </a:r>
          </a:p>
          <a:p>
            <a:pPr/>
            <a:r>
              <a:t>Live Traffic Pulse &amp; Atmospheric Weather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