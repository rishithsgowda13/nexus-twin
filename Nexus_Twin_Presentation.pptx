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Bangalore 3D Digital Twin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Integrated Command Shell v3.0</a:t>
            </a:r>
          </a:p>
          <a:p>
            <a:r>
              <a:t>The future of urban governance is not in papers, but in pixels.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Bangalore 3D Digital Twin?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high-fidelity, interactive urban planning and management platform for Bangalore.</a:t>
            </a:r>
          </a:p>
          <a:p>
            <a:pPr lvl="1"/>
            <a:r>
              <a:t>Synthesizes real-world geospatial data, 3D architectural footprints, and utility infrastructure.</a:t>
            </a:r>
          </a:p>
          <a:p>
            <a:pPr lvl="1"/>
            <a:r>
              <a:t>Single, immersive glassmorphic interface for urban governance.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Unified command-shell architecture ensuring seamless synchronization.</a:t>
            </a:r>
          </a:p>
          <a:p>
            <a:pPr lvl="1"/>
            <a:r>
              <a:t>Client: React + MapLibre/Deck.gl</a:t>
            </a:r>
          </a:p>
          <a:p>
            <a:pPr lvl="1"/>
            <a:r>
              <a:t>Heuristic Analysis Engine</a:t>
            </a:r>
          </a:p>
          <a:p>
            <a:pPr lvl="1"/>
            <a:r>
              <a:t>Impact Simulation Backend (Traffic, Utility, Household Impact)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Admin Missions (Urban Management)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Demolish Analysis</a:t>
            </a:r>
          </a:p>
          <a:p>
            <a:pPr lvl="1"/>
            <a:r>
              <a:t>Revolutionary 'What-If' planning tool generating Live Impact Reports.</a:t>
            </a:r>
          </a:p>
          <a:p>
            <a:pPr/>
            <a:r>
              <a:t>Street View Integration</a:t>
            </a:r>
          </a:p>
          <a:p>
            <a:pPr lvl="1"/>
            <a:r>
              <a:t>Instant teleportation to ground-level Google Street View.</a:t>
            </a:r>
          </a:p>
          <a:p>
            <a:pPr/>
            <a:r>
              <a:t>Spatial HUD</a:t>
            </a:r>
          </a:p>
          <a:p>
            <a:pPr lvl="1"/>
            <a:r>
              <a:t>Real-time metadata for building heights, types, and history.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Crisis Simulator (Emergency Response)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Dynamic Flood Overlays</a:t>
            </a:r>
          </a:p>
          <a:p>
            <a:pPr lvl="1"/>
            <a:r>
              <a:t>Simulate rainfall scenarios (0-15m) with color-coded critical depth levels.</a:t>
            </a:r>
          </a:p>
          <a:p>
            <a:pPr/>
            <a:r>
              <a:t>Fire Hydrant Network</a:t>
            </a:r>
          </a:p>
          <a:p>
            <a:pPr lvl="1"/>
            <a:r>
              <a:t>Instant visualization across the urban fabric for rapid deployment.</a:t>
            </a:r>
          </a:p>
          <a:p>
            <a:pPr/>
            <a:r>
              <a:t>EMS Optimal Routing</a:t>
            </a:r>
          </a:p>
          <a:p>
            <a:pPr lvl="1"/>
            <a:r>
              <a:t>Plot emergency vehicle paths during crisis states.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Eco-Trace (Environmental Health)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AQI Heatmapping</a:t>
            </a:r>
          </a:p>
          <a:p>
            <a:pPr lvl="1"/>
            <a:r>
              <a:t>Real-time visualization of Air Quality Index across sectors.</a:t>
            </a:r>
          </a:p>
          <a:p>
            <a:pPr/>
            <a:r>
              <a:t>Green Index (VHI)</a:t>
            </a:r>
          </a:p>
          <a:p>
            <a:pPr lvl="1"/>
            <a:r>
              <a:t>Monitor city's green cover and sustainability scores.</a:t>
            </a:r>
          </a:p>
          <a:p>
            <a:pPr/>
            <a:r>
              <a:t>Sustainability Score</a:t>
            </a:r>
          </a:p>
          <a:p>
            <a:pPr lvl="1"/>
            <a:r>
              <a:t>Automated city-wide scoring based on green index and pollution.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Heritage Timeline (Historical Evolution)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Temporal Slider (1920 - 2024)</a:t>
            </a:r>
          </a:p>
          <a:p>
            <a:pPr lvl="1"/>
            <a:r>
              <a:t>Visualize city sprawl with custom sepia-filtered overlays.</a:t>
            </a:r>
          </a:p>
          <a:p>
            <a:pPr/>
            <a:r>
              <a:t>Landmark Dossier</a:t>
            </a:r>
          </a:p>
          <a:p>
            <a:pPr lvl="1"/>
            <a:r>
              <a:t>Deep-dive into heritage sites (e.g., Bangalore Palace).</a:t>
            </a:r>
          </a:p>
          <a:p>
            <a:pPr lvl="1"/>
            <a:r>
              <a:t>Embedded architectural documentation and galleries.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Social Radar (Citizen Engagement)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Citizen HUD</a:t>
            </a:r>
          </a:p>
          <a:p>
            <a:pPr lvl="1"/>
            <a:r>
              <a:t>Map-integrated reporting for public infrastructure issues.</a:t>
            </a:r>
          </a:p>
          <a:p>
            <a:pPr/>
            <a:r>
              <a:t>Spatial Verification</a:t>
            </a:r>
          </a:p>
          <a:p>
            <a:pPr lvl="1"/>
            <a:r>
              <a:t>Pin reports directly to the 3D map for precise location verification by city officials.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 Layers &amp; Navigation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X-Ray Mode (Underground)</a:t>
            </a:r>
          </a:p>
          <a:p>
            <a:pPr lvl="1"/>
            <a:r>
              <a:t>Reveal 'Vascular System': Electricity (Orange), Water (Blue), Gas (Red).</a:t>
            </a:r>
          </a:p>
          <a:p>
            <a:pPr/>
            <a:r>
              <a:t>Multi-Spectral Styles</a:t>
            </a:r>
          </a:p>
          <a:p>
            <a:pPr lvl="1"/>
            <a:r>
              <a:t>Toggle between High-Res Satellite and clean Vector Street maps.</a:t>
            </a:r>
          </a:p>
          <a:p>
            <a:pPr/>
            <a:r>
              <a:t>Fly-To Search</a:t>
            </a:r>
          </a:p>
          <a:p>
            <a:pPr lvl="1"/>
            <a:r>
              <a:t>Global search powered by OSM for instant landmark navigation.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React.js, Vite, Framer Motion</a:t>
            </a:r>
          </a:p>
          <a:p>
            <a:pPr/>
            <a:r>
              <a:t>Mapping: MapLibre GL, Deck.gl, GeoJSON</a:t>
            </a:r>
          </a:p>
          <a:p>
            <a:pPr/>
            <a:r>
              <a:t>Analysis: Integrated Local Heuristic Engine</a:t>
            </a:r>
          </a:p>
          <a:p>
            <a:pPr/>
            <a:r>
              <a:t>Styling: Vanilla CSS (Glassmorphism), Lucide Icons</a:t>
            </a:r>
          </a:p>
          <a:p>
            <a:pPr/>
            <a:r>
              <a:t>Geospatial: OSM Nominatim API, Google/Maptiler Styles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Part of the Digital India / Smart Cities Mission.</a:t>
            </a:r>
          </a:p>
          <a:p>
            <a:pPr lvl="1"/>
            <a:r>
              <a:t>Empowers city planners with a comprehensive digital twin.</a:t>
            </a:r>
          </a:p>
          <a:p>
            <a:pPr lvl="1"/>
            <a:r>
              <a:t>Transforms raw data into actionable insights for a smarter, sustainable Bangalore.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